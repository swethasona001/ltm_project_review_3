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</a:t>
            </a:r>
            <a:r>
              <a:rPr lang="en-US" sz="5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-</a:t>
            </a:r>
            <a:r>
              <a:rPr lang="en-US" sz="36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36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Calibri body  -24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Calibri body -28</a:t>
            </a:r>
          </a:p>
          <a:p>
            <a:r>
              <a:rPr lang="en-US" sz="24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+mn-lt"/>
              </a:rPr>
              <a:t>Content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source-serif-pro"/>
              </a:rPr>
              <a:t> </a:t>
            </a:r>
            <a:r>
              <a:rPr lang="en-US" sz="2400" b="0" dirty="0">
                <a:solidFill>
                  <a:srgbClr val="242424"/>
                </a:solidFill>
                <a:highlight>
                  <a:srgbClr val="FFFFFF"/>
                </a:highlight>
                <a:latin typeface="+mn-lt"/>
              </a:rPr>
              <a:t>Calibri body -28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242424"/>
                </a:solidFill>
                <a:latin typeface="source-serif-pro"/>
              </a:rPr>
              <a:t>Calibri body -28</a:t>
            </a:r>
            <a:endParaRPr lang="en-US" sz="2400" b="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urce-serif-pro"/>
            </a:endParaRP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-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Calibri body -36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Reference…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205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(Body)</vt:lpstr>
      <vt:lpstr>Frutiger 45 bold</vt:lpstr>
      <vt:lpstr>Frutiger LT Pro 45 Light</vt:lpstr>
      <vt:lpstr>source-serif-pro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Swetha S</cp:lastModifiedBy>
  <cp:revision>14</cp:revision>
  <dcterms:created xsi:type="dcterms:W3CDTF">2024-05-13T10:33:11Z</dcterms:created>
  <dcterms:modified xsi:type="dcterms:W3CDTF">2026-10-08T04:23:27Z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